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94"/>
  </p:normalViewPr>
  <p:slideViewPr>
    <p:cSldViewPr snapToGrid="0" snapToObjects="1">
      <p:cViewPr varScale="1">
        <p:scale>
          <a:sx n="109" d="100"/>
          <a:sy n="109" d="100"/>
        </p:scale>
        <p:origin x="162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FirstContact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Healthcare System</a:t>
            </a:r>
          </a:p>
          <a:p>
            <a:endParaRPr/>
          </a:p>
          <a:p>
            <a:r>
              <a:t>Digital Healthcare Accessibility and AI-Driven Preliminary Diagnosis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Project Overview</a:t>
            </a:r>
          </a:p>
          <a:p>
            <a:r>
              <a:t>2. Technical Approach &amp; Algorithm</a:t>
            </a:r>
          </a:p>
          <a:p>
            <a:r>
              <a:t>3. Core Functionalities</a:t>
            </a:r>
          </a:p>
          <a:p>
            <a:r>
              <a:t>4. Literature Survey</a:t>
            </a:r>
          </a:p>
          <a:p>
            <a:r>
              <a:t>5.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Topic: Digital Healthcare Accessibility</a:t>
            </a:r>
          </a:p>
          <a:p>
            <a:endParaRPr/>
          </a:p>
          <a:p>
            <a:r>
              <a:t>• Comprehensive healthcare platform</a:t>
            </a:r>
          </a:p>
          <a:p>
            <a:r>
              <a:t>• Bridges gap between patients and immediate medical assistance</a:t>
            </a:r>
          </a:p>
          <a:p>
            <a:r>
              <a:t>• Filters non-emergency cases to reduce hospital burden</a:t>
            </a:r>
          </a:p>
          <a:p>
            <a:r>
              <a:t>• Guides patients to appropriate specialists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Approach: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Algorithm: Random Forest Classifier (Ensemble Learning)</a:t>
            </a:r>
          </a:p>
          <a:p>
            <a:endParaRPr dirty="0"/>
          </a:p>
          <a:p>
            <a:r>
              <a:rPr dirty="0"/>
              <a:t>Library: </a:t>
            </a:r>
            <a:r>
              <a:rPr dirty="0" err="1"/>
              <a:t>sklearn.ensemble.RandomForestClassifier</a:t>
            </a:r>
            <a:endParaRPr dirty="0"/>
          </a:p>
          <a:p>
            <a:r>
              <a:rPr dirty="0"/>
              <a:t>Why Random Forest?</a:t>
            </a:r>
          </a:p>
          <a:p>
            <a:r>
              <a:rPr dirty="0"/>
              <a:t>  - High accuracy for tabular data</a:t>
            </a:r>
          </a:p>
          <a:p>
            <a:r>
              <a:rPr dirty="0"/>
              <a:t>  - Handles high-dimensional data (many symptoms)</a:t>
            </a:r>
          </a:p>
          <a:p>
            <a:r>
              <a:rPr dirty="0"/>
              <a:t>  - Resistant to overfitting compared to single decision trees</a:t>
            </a:r>
          </a:p>
          <a:p>
            <a:r>
              <a:rPr dirty="0"/>
              <a:t>• Training Data: 50,000 synthetic samples based on clinical reference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Approach: Stack &amp;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Engineering:</a:t>
            </a:r>
          </a:p>
          <a:p>
            <a:r>
              <a:t>• Numerical: Age, BMI, BP, Heart Rate, Blood Panel</a:t>
            </a:r>
          </a:p>
          <a:p>
            <a:r>
              <a:t>• Categorical: One-Hot Encoded Symptoms, History, Lifestyle</a:t>
            </a:r>
          </a:p>
          <a:p>
            <a:endParaRPr/>
          </a:p>
          <a:p>
            <a:r>
              <a:t>Tech Stack:</a:t>
            </a:r>
          </a:p>
          <a:p>
            <a:r>
              <a:t>• Backend: Node.js (Express) + Python (Inference)</a:t>
            </a:r>
          </a:p>
          <a:p>
            <a:r>
              <a:t>• Frontend: HTML/CSS/JS (Responsive)</a:t>
            </a:r>
          </a:p>
          <a:p>
            <a:r>
              <a:t>• Database: MongoDB (User Profiles, Doctors, Logs)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Case: Medidose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1: Medidose (AI Diagnosis)</a:t>
            </a:r>
          </a:p>
          <a:p>
            <a:endParaRPr/>
          </a:p>
          <a:p>
            <a:r>
              <a:t>• Input: Demographics, Vitals, Symptoms</a:t>
            </a:r>
          </a:p>
          <a:p>
            <a:r>
              <a:t>• Process: AI Analysis (Top 3 predictions)</a:t>
            </a:r>
          </a:p>
          <a:p>
            <a:r>
              <a:t>• Output: Preliminary diagnosis + Confidence Score</a:t>
            </a:r>
          </a:p>
          <a:p>
            <a:r>
              <a:t>• Goal: Triage (Home Care vs. Urgent Care)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Case: Consultation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2: Consultation (Telemedicine)</a:t>
            </a:r>
          </a:p>
          <a:p>
            <a:endParaRPr/>
          </a:p>
          <a:p>
            <a:r>
              <a:t>• Doctor Booking: Browse profiles, check availability, book video calls</a:t>
            </a:r>
          </a:p>
          <a:p>
            <a:r>
              <a:t>• Payments: Integrated with Stripe</a:t>
            </a:r>
          </a:p>
          <a:p>
            <a:r>
              <a:t>• Hospital Locator: Google Maps API integration</a:t>
            </a:r>
          </a:p>
          <a:p>
            <a:r>
              <a:t>• Connection: Direct link from Diagnosis results to Booking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Case: Insurance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3: Insurance Policy Analysis</a:t>
            </a:r>
          </a:p>
          <a:p>
            <a:endParaRPr/>
          </a:p>
          <a:p>
            <a:r>
              <a:t>• Feature: Upload Policy Document (PDF)</a:t>
            </a:r>
          </a:p>
          <a:p>
            <a:r>
              <a:t>• Analysis: Text processing to check disease coverage</a:t>
            </a:r>
          </a:p>
          <a:p>
            <a:r>
              <a:t>• Benefit: Financial transparency for patients</a:t>
            </a:r>
          </a:p>
          <a:p>
            <a:r>
              <a:t>• Logic: Matches diagnosed condition against policy inclusions/exclusions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Foundational Research:</a:t>
            </a:r>
          </a:p>
          <a:p>
            <a:endParaRPr/>
          </a:p>
          <a:p>
            <a:r>
              <a:t>• Breiman, L. (2001): Random Forests (Algorithm basis)</a:t>
            </a:r>
          </a:p>
          <a:p>
            <a:r>
              <a:t>• Jiang, F., et al. (2017): AI in Healthcare (Triage validity)</a:t>
            </a:r>
          </a:p>
          <a:p>
            <a:r>
              <a:t>• Topol, E. J. (2019): Human-AI Convergence (Clinical workflow)</a:t>
            </a:r>
          </a:p>
          <a:p>
            <a:r>
              <a:t>• Hwang, J. I., &amp; Park, H. A. (2019): Symptom Checker Accuracy</a:t>
            </a:r>
          </a:p>
          <a:p>
            <a:r>
              <a:t>• Wootton, R. (2001): Telemedicine (Remote care validity)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Summary:</a:t>
            </a:r>
          </a:p>
          <a:p>
            <a:r>
              <a:rPr dirty="0"/>
              <a:t>• </a:t>
            </a:r>
            <a:r>
              <a:rPr dirty="0" err="1"/>
              <a:t>FirstContact</a:t>
            </a:r>
            <a:r>
              <a:rPr dirty="0"/>
              <a:t> provides an end-to-end healthcare solution.</a:t>
            </a:r>
          </a:p>
          <a:p>
            <a:r>
              <a:rPr dirty="0"/>
              <a:t>• Combines AI prediction with practical medical access.</a:t>
            </a:r>
          </a:p>
          <a:p>
            <a:endParaRPr dirty="0"/>
          </a:p>
          <a:p>
            <a:r>
              <a:rPr dirty="0"/>
              <a:t>Future Scope:</a:t>
            </a:r>
          </a:p>
          <a:p>
            <a:r>
              <a:rPr dirty="0"/>
              <a:t>• Real-time wearable integration</a:t>
            </a:r>
          </a:p>
          <a:p>
            <a:r>
              <a:rPr dirty="0"/>
              <a:t>• Multi-language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467</Words>
  <Application>Microsoft Macintosh PowerPoint</Application>
  <PresentationFormat>On-screen Show (4:3)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FirstContact</vt:lpstr>
      <vt:lpstr>Agenda</vt:lpstr>
      <vt:lpstr>Project Overview</vt:lpstr>
      <vt:lpstr>Technical Approach: Algorithm</vt:lpstr>
      <vt:lpstr>Technical Approach: Stack &amp; Data</vt:lpstr>
      <vt:lpstr>Use Case: Medidose</vt:lpstr>
      <vt:lpstr>Use Case: Consultation</vt:lpstr>
      <vt:lpstr>Use Case: Insurance</vt:lpstr>
      <vt:lpstr>Literature Survey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FirstContact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2026-02-03T09:30:32Z</dcterms:modified>
  <cp:category/>
</cp:coreProperties>
</file>